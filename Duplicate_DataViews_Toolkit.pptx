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E42527"/>
          </a:solidFill>
          <a:ln/>
        </p:spPr>
      </p:sp>
      <p:pic>
        <p:nvPicPr>
          <p:cNvPr id="3" name="Image 0" descr="/home/claude/ecs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4297680"/>
            <a:ext cx="1645920" cy="7680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Duplicate Data Views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Scanner &amp; Cleanup Toolkit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2834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detection, labeling, and safe remediation across all Kibana deployments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43434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 |  CDM Dashboard Monitoring Team  |  February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cs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617720"/>
            <a:ext cx="109728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731520" y="1371600"/>
            <a:ext cx="237744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31520" y="1508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335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731520" y="23774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data view IDs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9 deployments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474720" y="1371600"/>
            <a:ext cx="237744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474720" y="1508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119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3474720" y="23774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title groups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spanning 7 clusters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7920" y="1371600"/>
            <a:ext cx="237744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217920" y="1508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5000" dirty="0"/>
          </a:p>
        </p:txBody>
      </p:sp>
      <p:sp>
        <p:nvSpPr>
          <p:cNvPr id="12" name="Text 9"/>
          <p:cNvSpPr/>
          <p:nvPr/>
        </p:nvSpPr>
        <p:spPr>
          <a:xfrm>
            <a:off x="6217920" y="23774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of ONE data view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FISMA Team space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3749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confusion, broken cross-cluster references, orphaned objects inflating saved-object counts, and risk of deleting the wrong data view manually.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cs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617720"/>
            <a:ext cx="109728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 — Two-Script Toolkit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731520" y="128016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280160"/>
            <a:ext cx="365760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46304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find_duplicate_dataviews.py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96012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SCANNER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60120" y="22860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all clusters and spaces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KEEP / SAFE TO DELETE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default data views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delete preview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offenders ranking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CSV/JSON export + log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754880" y="128016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754880" y="1280160"/>
            <a:ext cx="3657600" cy="54864"/>
          </a:xfrm>
          <a:prstGeom prst="rect">
            <a:avLst/>
          </a:prstGeom>
          <a:solidFill>
            <a:srgbClr val="E4252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6304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4068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25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cleanup_duplicate_dataviews.py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98348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READ-WRITE CLEANUP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2860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Re-points references before delete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NDJSON backup per space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validation prompts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Post-repoint verification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data view protection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by default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cs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617720"/>
            <a:ext cx="109728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 — Scan &amp; Detect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3152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find_duplicate_dataviews.py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92024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9202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916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69164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Config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85800" y="265176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clusters.json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46888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9488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697480" y="1554480"/>
            <a:ext cx="192024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697480" y="1554480"/>
            <a:ext cx="19202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0"/>
          <p:cNvSpPr/>
          <p:nvPr/>
        </p:nvSpPr>
        <p:spPr>
          <a:xfrm>
            <a:off x="2788920" y="16916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69164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83464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Spaces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2834640" y="265176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/api/spaces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all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461772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9488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4"/>
          <p:cNvSpPr/>
          <p:nvPr/>
        </p:nvSpPr>
        <p:spPr>
          <a:xfrm>
            <a:off x="4846320" y="1554480"/>
            <a:ext cx="192024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46320" y="1554480"/>
            <a:ext cx="19202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6"/>
          <p:cNvSpPr/>
          <p:nvPr/>
        </p:nvSpPr>
        <p:spPr>
          <a:xfrm>
            <a:off x="4937760" y="16916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69164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98348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Data Views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4983480" y="265176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API (1 call)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all references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76656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9488"/>
                </a:solidFill>
              </a:rPr>
              <a:t>→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6995160" y="1554480"/>
            <a:ext cx="192024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995160" y="1554480"/>
            <a:ext cx="19202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2"/>
          <p:cNvSpPr/>
          <p:nvPr/>
        </p:nvSpPr>
        <p:spPr>
          <a:xfrm>
            <a:off x="7086600" y="16916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1691640"/>
            <a:ext cx="320040" cy="32004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13232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&amp; Report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7132320" y="265176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/ DELETE tags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detection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Scanner Produces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960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output with KEEP / SAFE TO DELETE labels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046720" cy="24688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4630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View Title: dhs_fisma_score_card_reports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Copies: 27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2103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2d18abea...  (2995 refs)  ← KEEP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1520" y="2423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aeb90b26...  (1718 refs)  ← REVIEW (has refs)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" y="27432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f0ff444b...   (513 refs)  ← REVIEW (has refs)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31520" y="3063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9a12d4dd...     (1 refs)  ← REVIEW (has refs)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383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ff6285bb...     (0 refs)  ← SAFE TO DELETE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4114800"/>
            <a:ext cx="109728" cy="5029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1"/>
          <p:cNvSpPr/>
          <p:nvPr/>
        </p:nvSpPr>
        <p:spPr>
          <a:xfrm>
            <a:off x="960120" y="4114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60120" y="4343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refs — primary data view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566160" y="4114800"/>
            <a:ext cx="109728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4"/>
          <p:cNvSpPr/>
          <p:nvPr/>
        </p:nvSpPr>
        <p:spPr>
          <a:xfrm>
            <a:off x="3794760" y="4114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94760" y="4343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refs — needs repointing before delete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400800" y="4114800"/>
            <a:ext cx="109728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0" name="Text 17"/>
          <p:cNvSpPr/>
          <p:nvPr/>
        </p:nvSpPr>
        <p:spPr>
          <a:xfrm>
            <a:off x="6629400" y="4114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DELETE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629400" y="4343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refs — orphan, safe to remove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cs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617720"/>
            <a:ext cx="109728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 — Safe Cleanup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31520" y="914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425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cleanup_duplicate_dataviews.py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274320" y="1463040"/>
            <a:ext cx="10972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74320" y="1463040"/>
            <a:ext cx="109728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4"/>
          <p:cNvSpPr/>
          <p:nvPr/>
        </p:nvSpPr>
        <p:spPr>
          <a:xfrm>
            <a:off x="27432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74320" y="2011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23774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duplicates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KEEP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371600" y="21031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</a:rPr>
              <a:t>›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508760" y="1463040"/>
            <a:ext cx="10972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508760" y="1463040"/>
            <a:ext cx="109728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150876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508760" y="2011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508760" y="23774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cleanup plan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to user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06040" y="21031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</a:rPr>
              <a:t>›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743200" y="1463040"/>
            <a:ext cx="10972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743200" y="1463040"/>
            <a:ext cx="109728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6"/>
          <p:cNvSpPr/>
          <p:nvPr/>
        </p:nvSpPr>
        <p:spPr>
          <a:xfrm>
            <a:off x="274320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2743200" y="2011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2743200" y="23774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prompt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--yes flag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840480" y="21031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</a:rPr>
              <a:t>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977640" y="1463040"/>
            <a:ext cx="10972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977640" y="1463040"/>
            <a:ext cx="109728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2"/>
          <p:cNvSpPr/>
          <p:nvPr/>
        </p:nvSpPr>
        <p:spPr>
          <a:xfrm>
            <a:off x="397764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3977640" y="2011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977640" y="23774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NDJSON export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+ per-DV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074920" y="21031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</a:rPr>
              <a:t>›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212080" y="1463040"/>
            <a:ext cx="10972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212080" y="1463040"/>
            <a:ext cx="109728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1" name="Text 28"/>
          <p:cNvSpPr/>
          <p:nvPr/>
        </p:nvSpPr>
        <p:spPr>
          <a:xfrm>
            <a:off x="521208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5212080" y="2011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Repoint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212080" y="23774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refs 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candidate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09360" y="21031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</a:rPr>
              <a:t>›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6446520" y="1463040"/>
            <a:ext cx="10972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446520" y="1463040"/>
            <a:ext cx="109728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7" name="Text 34"/>
          <p:cNvSpPr/>
          <p:nvPr/>
        </p:nvSpPr>
        <p:spPr>
          <a:xfrm>
            <a:off x="644652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6446520" y="2011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446520" y="23774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0 refs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 if not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543800" y="21031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</a:rPr>
              <a:t>›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680960" y="1463040"/>
            <a:ext cx="10972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7680960" y="1463040"/>
            <a:ext cx="1097280" cy="54864"/>
          </a:xfrm>
          <a:prstGeom prst="rect">
            <a:avLst/>
          </a:prstGeom>
          <a:solidFill>
            <a:srgbClr val="E42527"/>
          </a:solidFill>
          <a:ln/>
        </p:spPr>
      </p:sp>
      <p:sp>
        <p:nvSpPr>
          <p:cNvPr id="43" name="Text 40"/>
          <p:cNvSpPr/>
          <p:nvPr/>
        </p:nvSpPr>
        <p:spPr>
          <a:xfrm>
            <a:off x="768096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200" dirty="0"/>
          </a:p>
        </p:txBody>
      </p:sp>
      <p:sp>
        <p:nvSpPr>
          <p:cNvPr id="44" name="Text 41"/>
          <p:cNvSpPr/>
          <p:nvPr/>
        </p:nvSpPr>
        <p:spPr>
          <a:xfrm>
            <a:off x="7680960" y="2011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7680960" y="23774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orphaned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views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coding: teal = safe analysis  •  amber = writes with safeguards  •  red = destructive (with backups)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cs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617720"/>
            <a:ext cx="109728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Guardrails</a:t>
            </a:r>
            <a:endParaRPr lang="en-US" sz="34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292608" cy="2926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43000" y="12344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by default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1143000" y="15819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changes unless --execute is explicitly passed</a:t>
            </a:r>
            <a:endParaRPr lang="en-US" sz="11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280160"/>
            <a:ext cx="292608" cy="29260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166360" y="12344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NDJSON backup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5166360" y="15819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space exported before any modification</a:t>
            </a:r>
            <a:endParaRPr lang="en-US" sz="11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77440"/>
            <a:ext cx="292608" cy="29260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143000" y="2331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re-pointing</a:t>
            </a:r>
            <a:endParaRPr lang="en-US" sz="1400" dirty="0"/>
          </a:p>
        </p:txBody>
      </p:sp>
      <p:sp>
        <p:nvSpPr>
          <p:cNvPr id="12" name="Text 6"/>
          <p:cNvSpPr/>
          <p:nvPr/>
        </p:nvSpPr>
        <p:spPr>
          <a:xfrm>
            <a:off x="1143000" y="26791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Migrates dashboard/viz refs before deleting the source</a:t>
            </a:r>
            <a:endParaRPr lang="en-US" sz="11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377440"/>
            <a:ext cx="292608" cy="29260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166360" y="2331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Post-repoint verification</a:t>
            </a:r>
            <a:endParaRPr lang="en-US" sz="1400" dirty="0"/>
          </a:p>
        </p:txBody>
      </p:sp>
      <p:sp>
        <p:nvSpPr>
          <p:cNvPr id="15" name="Text 8"/>
          <p:cNvSpPr/>
          <p:nvPr/>
        </p:nvSpPr>
        <p:spPr>
          <a:xfrm>
            <a:off x="5166360" y="26791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Aborts delete if any references still remain</a:t>
            </a:r>
            <a:endParaRPr lang="en-US" sz="11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474720"/>
            <a:ext cx="292608" cy="29260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143000" y="34290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DV protection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1143000" y="37764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default is never deleted (would break Discover)</a:t>
            </a:r>
            <a:endParaRPr lang="en-US" sz="11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3474720"/>
            <a:ext cx="292608" cy="292608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5166360" y="34290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approval</a:t>
            </a:r>
            <a:endParaRPr lang="en-US" sz="1400" dirty="0"/>
          </a:p>
        </p:txBody>
      </p:sp>
      <p:sp>
        <p:nvSpPr>
          <p:cNvPr id="21" name="Text 12"/>
          <p:cNvSpPr/>
          <p:nvPr/>
        </p:nvSpPr>
        <p:spPr>
          <a:xfrm>
            <a:off x="5166360" y="37764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confirms full plan or approves item-by-item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cs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617720"/>
            <a:ext cx="109728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Results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731520" y="1234440"/>
            <a:ext cx="36576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31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1691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 minutes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731520" y="2423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680+ API calls per cluster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interrupted — never completed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234440"/>
            <a:ext cx="36576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75488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754880" y="1691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1m 24s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4754880" y="2423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API call per space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clusters, 83 spaces, 335 duplicates found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 reduction in scan time  •  99% fewer API calls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31520" y="4023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3152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scanned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788920" y="4023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278892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spaces processed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46320" y="4023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335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484632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 found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903720" y="4023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142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90372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delete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cs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617720"/>
            <a:ext cx="109728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 from Production Scan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3200400"/>
                <a:gridCol w="7315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Offender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FISMA Scorecard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FISMA Team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dhs_fisma_score_card_reports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FISMA Scorecard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FISMA Team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dhs_fisma_host_defense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FISMA Scorecard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FISMA Team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dhs_fisma_vuln_score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FISMA Scorecard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FISMA Team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dhs_fisma_scorecard_system_boundary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FISMA Scorecard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DEFEND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cdm_hwam_current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LayerD ES Federal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CCS Engineering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cdm_vuln_current (822 refs on KEEP)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794760"/>
            <a:ext cx="274320" cy="2743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9728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25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FISMA Team alone has 127 duplicate IDs across 15 title groups — highest cleanup ROI.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cs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617720"/>
            <a:ext cx="109728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Runbook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365760" y="1234440"/>
            <a:ext cx="19659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365760" y="1234440"/>
            <a:ext cx="196596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1371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6576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SCAN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find_duplicate_dataviews.py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2468880"/>
            <a:ext cx="1691640" cy="5486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25146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--dry-run-delete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--top-offenders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--log-file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57200" y="32004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landscape.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priority spaces.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331720" y="21031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E8F0"/>
                </a:solidFill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560320" y="1234440"/>
            <a:ext cx="19659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60320" y="1234440"/>
            <a:ext cx="19659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2"/>
          <p:cNvSpPr/>
          <p:nvPr/>
        </p:nvSpPr>
        <p:spPr>
          <a:xfrm>
            <a:off x="2560320" y="1371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6032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DRY-RUN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2651760" y="21488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cleanup_duplicate_dataviews.py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697480" y="2468880"/>
            <a:ext cx="1691640" cy="5486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Text 16"/>
          <p:cNvSpPr/>
          <p:nvPr/>
        </p:nvSpPr>
        <p:spPr>
          <a:xfrm>
            <a:off x="2788920" y="25146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--clusters "FISMA"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--spaces "FISMA Team"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2651760" y="32004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cleanup plan.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KEEP candidates.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26280" y="21031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E8F0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4754880" y="1234440"/>
            <a:ext cx="19659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754880" y="1234440"/>
            <a:ext cx="1965960" cy="54864"/>
          </a:xfrm>
          <a:prstGeom prst="rect">
            <a:avLst/>
          </a:prstGeom>
          <a:solidFill>
            <a:srgbClr val="E42527"/>
          </a:solidFill>
          <a:ln/>
        </p:spPr>
      </p:sp>
      <p:sp>
        <p:nvSpPr>
          <p:cNvPr id="24" name="Text 21"/>
          <p:cNvSpPr/>
          <p:nvPr/>
        </p:nvSpPr>
        <p:spPr>
          <a:xfrm>
            <a:off x="4754880" y="1371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425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75488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EXECUTE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4846320" y="21488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cleanup_duplicate_dataviews.py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4892040" y="2468880"/>
            <a:ext cx="1691640" cy="5486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8" name="Text 25"/>
          <p:cNvSpPr/>
          <p:nvPr/>
        </p:nvSpPr>
        <p:spPr>
          <a:xfrm>
            <a:off x="4983480" y="25146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--execute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(same filters)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846320" y="32004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backup, repoint,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delete.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21031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E8F0"/>
                </a:solidFill>
              </a:rPr>
              <a:t>→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949440" y="1234440"/>
            <a:ext cx="19659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949440" y="1234440"/>
            <a:ext cx="196596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3" name="Text 30"/>
          <p:cNvSpPr/>
          <p:nvPr/>
        </p:nvSpPr>
        <p:spPr>
          <a:xfrm>
            <a:off x="6949440" y="1371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94944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7040880" y="21488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find_duplicate_dataviews.py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7086600" y="2468880"/>
            <a:ext cx="1691640" cy="5486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7" name="Text 34"/>
          <p:cNvSpPr/>
          <p:nvPr/>
        </p:nvSpPr>
        <p:spPr>
          <a:xfrm>
            <a:off x="7178040" y="25146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--clusters "FISMA"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040880" y="32004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confirm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 are gone.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E42527"/>
          </a:solidFill>
          <a:ln/>
        </p:spPr>
      </p:sp>
      <p:pic>
        <p:nvPicPr>
          <p:cNvPr id="3" name="Image 0" descr="/home/claude/ecs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4297680"/>
            <a:ext cx="1645920" cy="7680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31520" y="1371600"/>
            <a:ext cx="365760" cy="365760"/>
          </a:xfrm>
          <a:prstGeom prst="rect">
            <a:avLst/>
          </a:prstGeom>
          <a:solidFill>
            <a:srgbClr val="E42527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280160" y="13716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scanner on all 9 clusters with --dry-run-delete --top-offenders to identify priority spaces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011680"/>
            <a:ext cx="365760" cy="365760"/>
          </a:xfrm>
          <a:prstGeom prst="rect">
            <a:avLst/>
          </a:prstGeom>
          <a:solidFill>
            <a:srgbClr val="E42527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20116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cleanup with FISMA Team (highest ROI: 127 duplicate IDs, 15 title groups)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solidFill>
            <a:srgbClr val="E42527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26517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cleanup script in dry-run first, validate plan with team, then --execute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3291840"/>
            <a:ext cx="365760" cy="365760"/>
          </a:xfrm>
          <a:prstGeom prst="rect">
            <a:avLst/>
          </a:prstGeom>
          <a:solidFill>
            <a:srgbClr val="E42527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80160" y="32918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periodic scans (weekly cron) with --log-file to catch new duplicates early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1520" y="43434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Duplicate Data Views Toolkit — ECS</dc:title>
  <dc:subject>PptxGenJS Presentation</dc:subject>
  <dc:creator>Ola Olajide</dc:creator>
  <cp:lastModifiedBy>Ola Olajide</cp:lastModifiedBy>
  <cp:revision>1</cp:revision>
  <dcterms:created xsi:type="dcterms:W3CDTF">2026-03-01T12:21:22Z</dcterms:created>
  <dcterms:modified xsi:type="dcterms:W3CDTF">2026-03-01T12:21:22Z</dcterms:modified>
</cp:coreProperties>
</file>