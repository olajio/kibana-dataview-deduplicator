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Data Views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Scanner &amp; Cleanup Toolkit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detection, labeling, and safe remediation across all Kibana deployments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HedgeServ — Customer Success Engineering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data view IDs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 deployments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119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0" y="2377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title groups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7 clusters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17920" y="2377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of ONE data 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FISMA Team space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confusion, broken cross-cluster references, orphaned objects inflating saved-object counts, and risk of deleting the wrong data view manually.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 — Two-Script Toolkit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find_duplicate_dataviews.py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2103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clusters and spaces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KEEP / SAFE TO DELETE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default data views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delete preview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offenders ranking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 export + log file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cleanup_duplicate_dataviews.py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0" y="2103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Re-points references before delete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NDJSON backup per space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validation prompts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Post-repoint verification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data view protection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by default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Scanner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Config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clusters.json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$ENV keys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888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697480" y="13716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97480" y="137160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08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Spaces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834640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/api/spaces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all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1772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4846320" y="13716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46320" y="137160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5"/>
          <p:cNvSpPr/>
          <p:nvPr/>
        </p:nvSpPr>
        <p:spPr>
          <a:xfrm>
            <a:off x="489204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087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8348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Data Views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983480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API (1 call)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references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7665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6995160" y="13716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95160" y="137160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1"/>
          <p:cNvSpPr/>
          <p:nvPr/>
        </p:nvSpPr>
        <p:spPr>
          <a:xfrm>
            <a:off x="704088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50876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3232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Report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132320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DELETE tags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Cleanup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097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37160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duplicates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08760" y="1371600"/>
            <a:ext cx="1097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08760" y="137160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23317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cleanup plan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user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1031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0" y="1371600"/>
            <a:ext cx="1097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137160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4320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3317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--yes flag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1031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977640" y="1371600"/>
            <a:ext cx="1097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77640" y="137160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97764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97764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77640" y="23317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NDJSON export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Per-space + per-DV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1031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212080" y="1371600"/>
            <a:ext cx="1097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12080" y="137160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1208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23317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refs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candidate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1031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446520" y="1371600"/>
            <a:ext cx="1097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6520" y="137160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4652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23317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0 refs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if not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43800" y="21031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›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680960" y="1371600"/>
            <a:ext cx="1097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680960" y="1371600"/>
            <a:ext cx="10972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768096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68096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80960" y="23317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orphaned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views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minutes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680+ API calls per cluster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interrupted — never completed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 24s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batched API call per space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clusters, 83 spaces, 335 duplicates found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9659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reduction in scan time  •  99% fewer API calls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from Production Scan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3108960"/>
                <a:gridCol w="731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Offender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 Scorecard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dhs_fisma_score_card_reports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 Scorecard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dhs_fisma_host_defense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 Scorecard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dhs_fisma_vuln_score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 Scorecard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dhs_fisma_scorecard_system_boundary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 Scorecard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cdm_hwam_current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LayerD ES Federal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cdm_vuln_current (822 refs on KEEP)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FISMA Team alone has 127 duplicate IDs across 15 title groups — highest cleanup ROI.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Guardrails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by default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8872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unless --execute is explicitly passed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258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20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NDJSON backup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21208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space exported before any modification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re-pointing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18872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dashboard/viz refs before deleting source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42316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208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Post-repoint verification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21208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delete if any references remain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2044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DV protection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18872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default is never deleted (breaks Discover)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52044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1208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approval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521208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confirms plan or approves item-by-item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scanner on all 9 clusters with --dry-run-delete --top-offenders to identify priority spaces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cleanup with FISMA Team (highest ROI: 127 duplicate IDs, 15 groups)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cleanup_duplicate_dataviews.py in dry-run first, validate plan, then --execute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291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periodic scans (weekly cron) with --log-file to catch new duplicates early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Duplicate Data Views Scanner &amp; Cleanup — Stakeholder Overview</dc:title>
  <dc:subject>PptxGenJS Presentation</dc:subject>
  <dc:creator>Ola Olajide</dc:creator>
  <cp:lastModifiedBy>Ola Olajide</cp:lastModifiedBy>
  <cp:revision>1</cp:revision>
  <dcterms:created xsi:type="dcterms:W3CDTF">2026-02-28T13:04:05Z</dcterms:created>
  <dcterms:modified xsi:type="dcterms:W3CDTF">2026-02-28T13:04:05Z</dcterms:modified>
</cp:coreProperties>
</file>